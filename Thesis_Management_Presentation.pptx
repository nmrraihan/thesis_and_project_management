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Thesis &amp; Project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0A5FA"/>
                </a:solidFill>
              </a:defRPr>
            </a:pPr>
            <a:r>
              <a:t>A Comprehensive Platform for Academic Collaboration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389120"/>
            <a:ext cx="30175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0" y="4846320"/>
            <a:ext cx="1737360" cy="4572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Student Portal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846320"/>
            <a:ext cx="1737360" cy="4572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Teacher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846320"/>
            <a:ext cx="1737360" cy="4572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Admin Panel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4846320"/>
            <a:ext cx="1737360" cy="4572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Real-time Collaboration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🎯 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94A3B8"/>
                </a:solidFill>
              </a:defRPr>
            </a:pPr>
            <a:r>
              <a:t>Complete academic management solution with three integrated portals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53035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37744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👨‍🎓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Student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475488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Group formation, proposal submission,</a:t>
            </a:r>
            <a:br/>
            <a:r>
              <a:t>progress tracking, and thesis completion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53035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0" y="237744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👨‍🏫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108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Teacher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657600"/>
            <a:ext cx="475488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Student supervision, request review,</a:t>
            </a:r>
            <a:br/>
            <a:r>
              <a:t>feedback system, and task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79"/>
            <a:ext cx="53035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4571999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🛡️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0351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Admin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852159"/>
            <a:ext cx="475488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User management, system controls,</a:t>
            </a:r>
            <a:br/>
            <a:r>
              <a:t>approval workflows, and analytics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297679"/>
            <a:ext cx="53035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75120" y="4571999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30351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Real-time Sync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852159"/>
            <a:ext cx="475488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Live data updates, instant notifications,</a:t>
            </a:r>
            <a:br/>
            <a:r>
              <a:t>seamless communication across all portals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👨‍🎓 Student Portal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94A3B8"/>
                </a:solidFill>
              </a:defRPr>
            </a:pPr>
            <a:r>
              <a:t>Empowering students with comprehensive project management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Group 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Create groups, invite peers,</a:t>
            </a:r>
            <a:br/>
            <a:r>
              <a:t>manage team members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22860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Proposal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566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Submit proposals, track status,</a:t>
            </a:r>
            <a:br/>
            <a:r>
              <a:t>receive teacher suggestions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1168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03920" y="22860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566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Group chat, messaging,</a:t>
            </a:r>
            <a:br/>
            <a:r>
              <a:t>scheduled meetings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9768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5720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03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Progress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52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Weekly updates, task boards,</a:t>
            </a:r>
            <a:br/>
            <a:r>
              <a:t>file sharing system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29768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63440" y="45720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303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Thesis Completion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852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Submit final thesis,</a:t>
            </a:r>
            <a:br/>
            <a:r>
              <a:t>track approval workflow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29768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03920" y="45720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303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Document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5852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Upload, share, and manage</a:t>
            </a:r>
            <a:br/>
            <a:r>
              <a:t>project files securely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👨‍🏫 Teacher Dashboard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94A3B8"/>
                </a:solidFill>
              </a:defRPr>
            </a:pPr>
            <a:r>
              <a:t>Streamlined supervision and review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Request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Review supervision requests,</a:t>
            </a:r>
            <a:br/>
            <a:r>
              <a:t>accept or decline students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228600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Proposal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566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Evaluate student proposals,</a:t>
            </a:r>
            <a:br/>
            <a:r>
              <a:t>provide detailed 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1168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03920" y="228600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👨‍🎓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Student Supervision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566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Monitor progress, assign tasks,</a:t>
            </a:r>
            <a:br/>
            <a:r>
              <a:t>schedule meetings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9768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57200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03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Progress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52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Track weekly updates,</a:t>
            </a:r>
            <a:br/>
            <a:r>
              <a:t>review completion requests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29768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63440" y="457200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303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Communication 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852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Message students,</a:t>
            </a:r>
            <a:br/>
            <a:r>
              <a:t>coordinate with groups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29768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03920" y="457200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303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Feedback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5852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Provide constructive feedback,</a:t>
            </a:r>
            <a:br/>
            <a:r>
              <a:t>guide thesis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🛡️ Admin Panel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94A3B8"/>
                </a:solidFill>
              </a:defRPr>
            </a:pPr>
            <a:r>
              <a:t>Complete system control and management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User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Manage students, teachers,</a:t>
            </a:r>
            <a:br/>
            <a:r>
              <a:t>and administrator accounts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22860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Group Oversight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566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Monitor all groups,</a:t>
            </a:r>
            <a:br/>
            <a:r>
              <a:t>activate/deactivate as needed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1168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03920" y="22860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Proposal 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566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Review and approve</a:t>
            </a:r>
            <a:br/>
            <a:r>
              <a:t>student proposals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9768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5720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03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Project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52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Monitor projects and theses</a:t>
            </a:r>
            <a:br/>
            <a:r>
              <a:t>across all departments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29768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63440" y="45720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303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Completion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852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Final approval workflow</a:t>
            </a:r>
            <a:br/>
            <a:r>
              <a:t>for thesis submissions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297680"/>
            <a:ext cx="35661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03920" y="45720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303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System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5852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Registration controls,</a:t>
            </a:r>
            <a:br/>
            <a:r>
              <a:t>defense period settings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📸 System Screenshots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94A3B8"/>
                </a:solidFill>
              </a:defRPr>
            </a:pPr>
            <a:r>
              <a:t>Visual tour of the platform 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566160" cy="18288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0A5FA"/>
                </a:solidFill>
              </a:defRPr>
            </a:pPr>
            <a:r>
              <a:t>Screenshot: Student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566160" cy="18288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393192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0A5FA"/>
                </a:solidFill>
              </a:defRPr>
            </a:pPr>
            <a:r>
              <a:t>Screenshot: Teacher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011680"/>
            <a:ext cx="3566160" cy="18288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93192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0A5FA"/>
                </a:solidFill>
              </a:defRPr>
            </a:pPr>
            <a:r>
              <a:t>Screenshot: Admin Panel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3566160" cy="18288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21792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0A5FA"/>
                </a:solidFill>
              </a:defRPr>
            </a:pPr>
            <a:r>
              <a:t>Screenshot: Group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297680"/>
            <a:ext cx="3566160" cy="18288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621792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0A5FA"/>
                </a:solidFill>
              </a:defRPr>
            </a:pPr>
            <a:r>
              <a:t>Screenshot: Proposal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297680"/>
            <a:ext cx="3566160" cy="18288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621792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0A5FA"/>
                </a:solidFill>
              </a:defRPr>
            </a:pPr>
            <a:r>
              <a:t>Screenshot: Thesis Completion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⚙️ 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94A3B8"/>
                </a:solidFill>
              </a:defRPr>
            </a:pPr>
            <a:r>
              <a:t>Modern tech stack for optimal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⚛️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React.js</a:t>
            </a:r>
          </a:p>
          <a:p>
            <a:pPr>
              <a:defRPr sz="1400">
                <a:solidFill>
                  <a:srgbClr val="06B6D4"/>
                </a:solidFill>
              </a:defRPr>
            </a:pPr>
            <a:r>
              <a:t>Frontend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Component-based UI with hooks and state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5303520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1031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Tailwind CSS</a:t>
            </a:r>
          </a:p>
          <a:p>
            <a:pPr>
              <a:defRPr sz="1400">
                <a:solidFill>
                  <a:srgbClr val="06B6D4"/>
                </a:solidFill>
              </a:defRPr>
            </a:pPr>
            <a:r>
              <a:t>Styling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Responsive design with custom gradients and animations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5303520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576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🗄️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5661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localStorage</a:t>
            </a:r>
          </a:p>
          <a:p>
            <a:pPr>
              <a:defRPr sz="1400">
                <a:solidFill>
                  <a:srgbClr val="06B6D4"/>
                </a:solidFill>
              </a:defRPr>
            </a:pPr>
            <a:r>
              <a:t>Data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206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Client-side persistence with structured entities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474720"/>
            <a:ext cx="5303520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6576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5661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bcryptjs</a:t>
            </a:r>
          </a:p>
          <a:p>
            <a:pPr>
              <a:defRPr sz="1400">
                <a:solidFill>
                  <a:srgbClr val="06B6D4"/>
                </a:solidFill>
              </a:defRPr>
            </a:pPr>
            <a: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206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Password hashing and secure authentication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37760"/>
            <a:ext cx="5303520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1206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0292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Vite</a:t>
            </a:r>
          </a:p>
          <a:p>
            <a:pPr>
              <a:defRPr sz="1400">
                <a:solidFill>
                  <a:srgbClr val="06B6D4"/>
                </a:solidFill>
              </a:defRPr>
            </a:pPr>
            <a:r>
              <a:t>Build Tool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669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Fast development and optimized production builds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937760"/>
            <a:ext cx="5303520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51206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0292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Framer Motion</a:t>
            </a:r>
          </a:p>
          <a:p>
            <a:pPr>
              <a:defRPr sz="1400">
                <a:solidFill>
                  <a:srgbClr val="06B6D4"/>
                </a:solidFill>
              </a:defRPr>
            </a:pPr>
            <a:r>
              <a:t>Animations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5669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Smooth transitions and interactive animations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✨ Key Innovations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94A3B8"/>
                </a:solidFill>
              </a:defRPr>
            </a:pPr>
            <a:r>
              <a:t>What makes this system unique and powerful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/>
            </a:pPr>
            <a:r>
              <a:t>🔄</a:t>
            </a:r>
          </a:p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Real-time Data Sync</a:t>
            </a:r>
          </a:p>
          <a:p>
            <a:pPr algn="ctr"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All changes propagate instantly across all portals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031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/>
            </a:pPr>
            <a:r>
              <a:t>🛡️</a:t>
            </a:r>
          </a:p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Role-based Access</a:t>
            </a:r>
          </a:p>
          <a:p>
            <a:pPr algn="ctr"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Secure authentication with student/teacher/admin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/>
            </a:pPr>
            <a:r>
              <a:t>📊</a:t>
            </a:r>
          </a:p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Workflow Automation</a:t>
            </a:r>
          </a:p>
          <a:p>
            <a:pPr algn="ctr"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Automated approval chains and status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1031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/>
            </a:pPr>
            <a:r>
              <a:t>💬</a:t>
            </a:r>
          </a:p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Integrated Communication</a:t>
            </a:r>
          </a:p>
          <a:p>
            <a:pPr algn="ctr"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Built-in messaging and meeting scheduling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/>
            </a:pPr>
            <a:r>
              <a:t>📱</a:t>
            </a:r>
          </a:p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Responsive Design</a:t>
            </a:r>
          </a:p>
          <a:p>
            <a:pPr algn="ctr"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Works seamlessly on desktop, tablet, and mobile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20624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/>
            </a:pPr>
            <a:r>
              <a:t>🎯</a:t>
            </a:r>
          </a:p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Smart Matching</a:t>
            </a:r>
          </a:p>
          <a:p>
            <a:pPr algn="ctr"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AI-powered teacher suggestions based on proposals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0624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/>
            </a:pPr>
            <a:r>
              <a:t>📁</a:t>
            </a:r>
          </a:p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File Management</a:t>
            </a:r>
          </a:p>
          <a:p>
            <a:pPr algn="ctr"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Secure document upload and sharing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420624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/>
            </a:pPr>
            <a:r>
              <a:t>⏰</a:t>
            </a:r>
          </a:p>
          <a:p>
            <a:pPr algn="ctr"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Time-based Controls</a:t>
            </a:r>
          </a:p>
          <a:p>
            <a:pPr algn="ctr"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Admin-controlled registration and defense periods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🎓 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10B981"/>
                </a:solidFill>
              </a:defRPr>
            </a:pPr>
            <a:r>
              <a:t>A Complete Solution for Academic Project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840480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✓ Streamlined workflow from proposal to 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297680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✓ Real-time collaboration and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754880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✓ Comprehensive admin oversight and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212080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✓ Modern, responsive, and user-friendly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669280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✓ Secure authentication and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0A5FA"/>
                </a:solidFill>
              </a:defRPr>
            </a:pPr>
            <a:r>
              <a:t>Questions &amp;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